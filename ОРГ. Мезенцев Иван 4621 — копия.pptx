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1" r:id="rId1"/>
    <p:sldMasterId id="2147483657" r:id="rId2"/>
    <p:sldMasterId id="2147483833" r:id="rId3"/>
  </p:sldMasterIdLst>
  <p:notesMasterIdLst>
    <p:notesMasterId r:id="rId12"/>
  </p:notesMasterIdLst>
  <p:handoutMasterIdLst>
    <p:handoutMasterId r:id="rId13"/>
  </p:handoutMasterIdLst>
  <p:sldIdLst>
    <p:sldId id="1171" r:id="rId4"/>
    <p:sldId id="1202" r:id="rId5"/>
    <p:sldId id="1224" r:id="rId6"/>
    <p:sldId id="1222" r:id="rId7"/>
    <p:sldId id="1225" r:id="rId8"/>
    <p:sldId id="1226" r:id="rId9"/>
    <p:sldId id="1228" r:id="rId10"/>
    <p:sldId id="119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>
      <p:ext uri="{19B8F6BF-5375-455C-9EA6-DF929625EA0E}">
        <p15:presenceInfo xmlns:p15="http://schemas.microsoft.com/office/powerpoint/2012/main" userId="8ae9c15f625b32bb" providerId="Windows Live"/>
      </p:ext>
    </p:extLst>
  </p:cmAuthor>
  <p:cmAuthor id="2" name="OCTS" initials="O" lastIdx="1" clrIdx="1">
    <p:extLst>
      <p:ext uri="{19B8F6BF-5375-455C-9EA6-DF929625EA0E}">
        <p15:presenceInfo xmlns:p15="http://schemas.microsoft.com/office/powerpoint/2012/main" userId="OCTS" providerId="None"/>
      </p:ext>
    </p:extLst>
  </p:cmAuthor>
  <p:cmAuthor id="3" name="Kostylev Andrey" initials="KA" lastIdx="1" clrIdx="2">
    <p:extLst>
      <p:ext uri="{19B8F6BF-5375-455C-9EA6-DF929625EA0E}">
        <p15:presenceInfo xmlns:p15="http://schemas.microsoft.com/office/powerpoint/2012/main" userId="146efb04217a1102" providerId="Windows Live"/>
      </p:ext>
    </p:extLst>
  </p:cmAuthor>
  <p:cmAuthor id="4" name="Elizaveta Kostyleva" initials="EK" lastIdx="1" clrIdx="3">
    <p:extLst>
      <p:ext uri="{19B8F6BF-5375-455C-9EA6-DF929625EA0E}">
        <p15:presenceInfo xmlns:p15="http://schemas.microsoft.com/office/powerpoint/2012/main" userId="S::ekostyleva@lifevantage.com::e5a115f0-bdb1-48b8-969c-0a472e870de3" providerId="AD"/>
      </p:ext>
    </p:extLst>
  </p:cmAuthor>
  <p:cmAuthor id="5" name="ОЦТС" initials="О" lastIdx="2" clrIdx="4">
    <p:extLst>
      <p:ext uri="{19B8F6BF-5375-455C-9EA6-DF929625EA0E}">
        <p15:presenceInfo xmlns:p15="http://schemas.microsoft.com/office/powerpoint/2012/main" userId="ОЦТ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856"/>
    <a:srgbClr val="FFFFFF"/>
    <a:srgbClr val="005AAA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0520" autoAdjust="0"/>
  </p:normalViewPr>
  <p:slideViewPr>
    <p:cSldViewPr snapToGrid="0" snapToObjects="1">
      <p:cViewPr varScale="1">
        <p:scale>
          <a:sx n="83" d="100"/>
          <a:sy n="83" d="100"/>
        </p:scale>
        <p:origin x="686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t>22.09.2026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5BC97-99E1-4827-A5AA-5E9EBED1B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1751186"/>
            <a:ext cx="8800526" cy="1240870"/>
          </a:xfrm>
        </p:spPr>
        <p:txBody>
          <a:bodyPr>
            <a:normAutofit/>
          </a:bodyPr>
          <a:lstStyle/>
          <a:p>
            <a:r>
              <a:rPr lang="ru-RU" dirty="0"/>
              <a:t>Презентация «Мой регион</a:t>
            </a:r>
            <a:r>
              <a:rPr lang="en-US" dirty="0"/>
              <a:t> – </a:t>
            </a:r>
            <a:r>
              <a:rPr lang="ru-RU" dirty="0"/>
              <a:t>Город Костанай»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EA8D34-BBBA-48A9-9B83-130C3E8DC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4" y="3643462"/>
            <a:ext cx="6330950" cy="842743"/>
          </a:xfrm>
        </p:spPr>
        <p:txBody>
          <a:bodyPr>
            <a:normAutofit/>
          </a:bodyPr>
          <a:lstStyle/>
          <a:p>
            <a:r>
              <a:rPr lang="ru-RU" sz="2000" dirty="0"/>
              <a:t>Выполнил: студент гр. 4621</a:t>
            </a:r>
            <a:br>
              <a:rPr lang="ru-RU" sz="2000" dirty="0"/>
            </a:br>
            <a:r>
              <a:rPr lang="ru-RU" sz="2000" dirty="0"/>
              <a:t>Мезенцев Иван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26AC53-244B-4289-B3B5-D31C1BFD52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99265" y="5993952"/>
            <a:ext cx="894581" cy="387798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ru-RU" dirty="0"/>
              <a:t>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AD8267-A0A6-94EF-CDA2-662C5AEF2216}"/>
              </a:ext>
            </a:extLst>
          </p:cNvPr>
          <p:cNvSpPr txBox="1"/>
          <p:nvPr/>
        </p:nvSpPr>
        <p:spPr>
          <a:xfrm>
            <a:off x="11207232" y="6468324"/>
            <a:ext cx="738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n w="0"/>
                <a:solidFill>
                  <a:srgbClr val="00285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0581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0D3C556-5A01-48DF-A23F-B504A3D9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/>
              <a:t>Географическое положение города Костанай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0543A65-1A81-405C-B805-8220DDDF26E0}"/>
              </a:ext>
            </a:extLst>
          </p:cNvPr>
          <p:cNvSpPr/>
          <p:nvPr/>
        </p:nvSpPr>
        <p:spPr>
          <a:xfrm>
            <a:off x="11453567" y="6381750"/>
            <a:ext cx="738433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E0DD1A-ECA4-EF52-7291-78BED9CADD57}"/>
              </a:ext>
            </a:extLst>
          </p:cNvPr>
          <p:cNvSpPr txBox="1"/>
          <p:nvPr/>
        </p:nvSpPr>
        <p:spPr>
          <a:xfrm>
            <a:off x="11207232" y="6468324"/>
            <a:ext cx="738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n w="0"/>
                <a:solidFill>
                  <a:srgbClr val="002856"/>
                </a:solidFill>
              </a:rPr>
              <a:t>2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1D8CCD5-C194-2C4C-07F4-E4136ED4D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331" y="1349645"/>
            <a:ext cx="2201573" cy="219883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02EF891-C146-CB36-4AFC-001F94AE8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82" y="3694736"/>
            <a:ext cx="3131322" cy="24927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1A8C935-C5FE-22C4-DE23-8CD28E800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1457" y="1380179"/>
            <a:ext cx="3727961" cy="4690183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8928B641-501A-C581-EA4B-2C119AA34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361" y="1380179"/>
            <a:ext cx="3644639" cy="469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35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7D7073-D550-3048-74E9-7FD3D2970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Необходимости появления и начало города Костанай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273224D6-F624-65E7-47B7-BE552797A78C}"/>
              </a:ext>
            </a:extLst>
          </p:cNvPr>
          <p:cNvSpPr txBox="1">
            <a:spLocks/>
          </p:cNvSpPr>
          <p:nvPr/>
        </p:nvSpPr>
        <p:spPr>
          <a:xfrm>
            <a:off x="4154944" y="5188080"/>
            <a:ext cx="4348107" cy="895965"/>
          </a:xfrm>
          <a:prstGeom prst="rect">
            <a:avLst/>
          </a:prstGeom>
        </p:spPr>
        <p:txBody>
          <a:bodyPr vert="horz" lIns="0" tIns="0" rIns="0" bIns="0" numCol="1" spcCol="720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Административный центр для Николаевского уезда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0F71C-C3EA-0CA5-9D7D-C6092FE11DB4}"/>
              </a:ext>
            </a:extLst>
          </p:cNvPr>
          <p:cNvSpPr txBox="1"/>
          <p:nvPr/>
        </p:nvSpPr>
        <p:spPr>
          <a:xfrm>
            <a:off x="2406087" y="1022586"/>
            <a:ext cx="60969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 algn="ctr"/>
            <a:r>
              <a:rPr lang="ru-RU" sz="3200" i="1" dirty="0">
                <a:solidFill>
                  <a:schemeClr val="accent1"/>
                </a:solidFill>
              </a:rPr>
              <a:t>1879 год</a:t>
            </a: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BAB0C3F6-CF4C-B9DF-B5ED-018F2F249D37}"/>
              </a:ext>
            </a:extLst>
          </p:cNvPr>
          <p:cNvSpPr txBox="1">
            <a:spLocks/>
          </p:cNvSpPr>
          <p:nvPr/>
        </p:nvSpPr>
        <p:spPr>
          <a:xfrm>
            <a:off x="1606428" y="2230379"/>
            <a:ext cx="2302297" cy="895965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/>
            <a:r>
              <a:rPr lang="ru-RU" sz="2400" dirty="0"/>
              <a:t>     </a:t>
            </a:r>
            <a:r>
              <a:rPr lang="ru-RU" sz="2000" dirty="0"/>
              <a:t>Река Тобол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B0FF6200-84D8-6E6B-062A-C4048C79B64E}"/>
              </a:ext>
            </a:extLst>
          </p:cNvPr>
          <p:cNvSpPr txBox="1">
            <a:spLocks/>
          </p:cNvSpPr>
          <p:nvPr/>
        </p:nvSpPr>
        <p:spPr>
          <a:xfrm>
            <a:off x="8503051" y="2207084"/>
            <a:ext cx="2302297" cy="895965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/>
            <a:r>
              <a:rPr lang="ru-RU" sz="2000" dirty="0"/>
              <a:t>Ресурсы</a:t>
            </a:r>
            <a:r>
              <a:rPr lang="ru-RU" sz="2400" dirty="0"/>
              <a:t>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2B844E-8227-BDD2-A862-E1BBD7390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086" y="1735052"/>
            <a:ext cx="4836025" cy="33878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1C09B41-831C-3148-D852-673D4A645326}"/>
              </a:ext>
            </a:extLst>
          </p:cNvPr>
          <p:cNvSpPr txBox="1"/>
          <p:nvPr/>
        </p:nvSpPr>
        <p:spPr>
          <a:xfrm>
            <a:off x="-193965" y="3478272"/>
            <a:ext cx="4836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cs typeface="Times New Roman" panose="02020603050405020304" pitchFamily="18" charset="0"/>
              </a:rPr>
              <a:t>  </a:t>
            </a:r>
            <a:r>
              <a:rPr lang="ru-RU" sz="2000" dirty="0">
                <a:cs typeface="Times New Roman" panose="02020603050405020304" pitchFamily="18" charset="0"/>
              </a:rPr>
              <a:t>Узел Юг – центральной Россия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43E2D0-74FC-E3DD-2C2B-1FB6E97357D8}"/>
              </a:ext>
            </a:extLst>
          </p:cNvPr>
          <p:cNvSpPr txBox="1"/>
          <p:nvPr/>
        </p:nvSpPr>
        <p:spPr>
          <a:xfrm>
            <a:off x="9003836" y="3650298"/>
            <a:ext cx="2646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Поток</a:t>
            </a:r>
            <a:r>
              <a:rPr lang="ru-RU" sz="2400" dirty="0"/>
              <a:t> </a:t>
            </a:r>
            <a:r>
              <a:rPr lang="ru-RU" sz="2000" dirty="0"/>
              <a:t>переселенцев</a:t>
            </a:r>
          </a:p>
        </p:txBody>
      </p:sp>
    </p:spTree>
    <p:extLst>
      <p:ext uri="{BB962C8B-B14F-4D97-AF65-F5344CB8AC3E}">
        <p14:creationId xmlns:p14="http://schemas.microsoft.com/office/powerpoint/2010/main" val="354429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4D1F2D-75FA-4E8C-CC8F-0EC7F9B8B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Развитие до современного города Костанай 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718FB373-7822-D80C-EAF9-7A8852DF73F0}"/>
              </a:ext>
            </a:extLst>
          </p:cNvPr>
          <p:cNvSpPr txBox="1">
            <a:spLocks/>
          </p:cNvSpPr>
          <p:nvPr/>
        </p:nvSpPr>
        <p:spPr>
          <a:xfrm>
            <a:off x="1783161" y="908844"/>
            <a:ext cx="2302297" cy="5040312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/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1879 год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A561E6F1-200B-20D4-D0A1-A7B790D4DF7D}"/>
              </a:ext>
            </a:extLst>
          </p:cNvPr>
          <p:cNvSpPr txBox="1">
            <a:spLocks/>
          </p:cNvSpPr>
          <p:nvPr/>
        </p:nvSpPr>
        <p:spPr>
          <a:xfrm>
            <a:off x="7523115" y="908844"/>
            <a:ext cx="2302297" cy="5040312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1954 год</a:t>
            </a:r>
          </a:p>
        </p:txBody>
      </p:sp>
      <p:sp>
        <p:nvSpPr>
          <p:cNvPr id="17" name="AutoShape 10" descr="Picture background">
            <a:extLst>
              <a:ext uri="{FF2B5EF4-FFF2-40B4-BE49-F238E27FC236}">
                <a16:creationId xmlns:a16="http://schemas.microsoft.com/office/drawing/2014/main" id="{AC2E1496-07A5-158B-2DBE-9D48958720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9AB1C0FC-DCBA-3CB0-33A3-3C62DE0A124E}"/>
              </a:ext>
            </a:extLst>
          </p:cNvPr>
          <p:cNvSpPr txBox="1">
            <a:spLocks/>
          </p:cNvSpPr>
          <p:nvPr/>
        </p:nvSpPr>
        <p:spPr>
          <a:xfrm>
            <a:off x="7407284" y="4047246"/>
            <a:ext cx="2302297" cy="5040312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 год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51DF230-2819-5F69-596E-85DB9A98A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391" y="1399940"/>
            <a:ext cx="3675173" cy="256492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56B2D78-F69E-6882-A003-623F7BBEB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735" y="1399941"/>
            <a:ext cx="3977083" cy="256279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31FE169-2D33-8003-48BC-856FC43C6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735" y="4451229"/>
            <a:ext cx="3977083" cy="235483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A655A32-960C-CAEC-8EA2-8F92DA0964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391" y="4470400"/>
            <a:ext cx="3675173" cy="235765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90C9A7D-85DD-53AF-89F2-734E3F567FE4}"/>
              </a:ext>
            </a:extLst>
          </p:cNvPr>
          <p:cNvSpPr txBox="1"/>
          <p:nvPr/>
        </p:nvSpPr>
        <p:spPr>
          <a:xfrm>
            <a:off x="2334515" y="4058802"/>
            <a:ext cx="292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1997 год</a:t>
            </a:r>
          </a:p>
        </p:txBody>
      </p:sp>
    </p:spTree>
    <p:extLst>
      <p:ext uri="{BB962C8B-B14F-4D97-AF65-F5344CB8AC3E}">
        <p14:creationId xmlns:p14="http://schemas.microsoft.com/office/powerpoint/2010/main" val="4013529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F4CB1-9221-F711-9268-8BAD8E67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Достопримечательности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779227-1848-DC59-FB07-C5F54CBF7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39" y="1086930"/>
            <a:ext cx="4377656" cy="268032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92E8683-6876-47DF-2D19-75863D9BB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50" y="1086930"/>
            <a:ext cx="5654274" cy="268032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FA952CF-3C78-4E9C-DF42-AFE8FAE6D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39" y="3895590"/>
            <a:ext cx="4377656" cy="260796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54E8BA3-ED28-BB7A-C7F3-2BCA7FCF78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5750" y="3895591"/>
            <a:ext cx="2834977" cy="260796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E2047DA-50F0-8F6F-F117-8301EAE028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2849" y="3895590"/>
            <a:ext cx="2697176" cy="260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71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6ACD3B-49D3-4703-091E-DEB59546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Развлечения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2780F78-FD93-4DBB-EFF4-93019F605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" y="1297029"/>
            <a:ext cx="4256834" cy="228077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52173B-C08C-AF1D-849B-00FA9AC92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160" y="1297029"/>
            <a:ext cx="2740022" cy="213197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C7FDEE1-24E5-C931-9CD3-9A2C5B757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63" y="3896707"/>
            <a:ext cx="4256834" cy="255331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FC36CD7-9DE9-45E2-16CD-B1E185DCA2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399" y="3896707"/>
            <a:ext cx="3699113" cy="255331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592AE37-361A-162F-57B4-7FB6464EDF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0344" y="1297029"/>
            <a:ext cx="3697168" cy="216904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BC983DE-E0C2-925E-894D-167C7B9D4B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8214" y="3896707"/>
            <a:ext cx="2854037" cy="255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56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754FE7-7875-5A9B-2FC4-2DBB9810C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25322-A730-F48A-AD59-E02B3B4F4198}"/>
              </a:ext>
            </a:extLst>
          </p:cNvPr>
          <p:cNvSpPr txBox="1"/>
          <p:nvPr/>
        </p:nvSpPr>
        <p:spPr>
          <a:xfrm>
            <a:off x="2452386" y="2688628"/>
            <a:ext cx="60969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 algn="ctr"/>
            <a:r>
              <a:rPr lang="ru-RU" sz="3200" i="1" dirty="0">
                <a:solidFill>
                  <a:schemeClr val="accent1"/>
                </a:solidFill>
              </a:rPr>
              <a:t>Костанай</a:t>
            </a: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4FF3157E-6D8C-3197-B227-23DA2CA5E1F8}"/>
              </a:ext>
            </a:extLst>
          </p:cNvPr>
          <p:cNvCxnSpPr>
            <a:cxnSpLocks/>
          </p:cNvCxnSpPr>
          <p:nvPr/>
        </p:nvCxnSpPr>
        <p:spPr>
          <a:xfrm flipH="1">
            <a:off x="3108869" y="3046847"/>
            <a:ext cx="17825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Текст 4">
            <a:extLst>
              <a:ext uri="{FF2B5EF4-FFF2-40B4-BE49-F238E27FC236}">
                <a16:creationId xmlns:a16="http://schemas.microsoft.com/office/drawing/2014/main" id="{1C573BEC-1866-4D96-2CF0-BEBE1D2CEDC3}"/>
              </a:ext>
            </a:extLst>
          </p:cNvPr>
          <p:cNvSpPr txBox="1">
            <a:spLocks/>
          </p:cNvSpPr>
          <p:nvPr/>
        </p:nvSpPr>
        <p:spPr>
          <a:xfrm>
            <a:off x="353102" y="2672423"/>
            <a:ext cx="2302297" cy="895965"/>
          </a:xfrm>
          <a:prstGeom prst="rect">
            <a:avLst/>
          </a:prstGeom>
        </p:spPr>
        <p:txBody>
          <a:bodyPr vert="horz" lIns="0" tIns="0" rIns="0" bIns="0" numCol="1" spcCol="72000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/>
            <a:r>
              <a:rPr lang="ru-RU" sz="2400" dirty="0"/>
              <a:t>Компактная городская среда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52A2C7FB-302C-A05E-CBFB-473424D791FB}"/>
              </a:ext>
            </a:extLst>
          </p:cNvPr>
          <p:cNvCxnSpPr>
            <a:cxnSpLocks/>
          </p:cNvCxnSpPr>
          <p:nvPr/>
        </p:nvCxnSpPr>
        <p:spPr>
          <a:xfrm flipV="1">
            <a:off x="7366055" y="3046122"/>
            <a:ext cx="1721110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B7D7D031-C822-C7BB-8A81-8983F36E23E2}"/>
              </a:ext>
            </a:extLst>
          </p:cNvPr>
          <p:cNvCxnSpPr>
            <a:cxnSpLocks/>
          </p:cNvCxnSpPr>
          <p:nvPr/>
        </p:nvCxnSpPr>
        <p:spPr>
          <a:xfrm>
            <a:off x="6188597" y="3351199"/>
            <a:ext cx="0" cy="114320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Текст 4">
            <a:extLst>
              <a:ext uri="{FF2B5EF4-FFF2-40B4-BE49-F238E27FC236}">
                <a16:creationId xmlns:a16="http://schemas.microsoft.com/office/drawing/2014/main" id="{5B14D43A-FD5E-1CCC-B968-C8C98EFD4E7B}"/>
              </a:ext>
            </a:extLst>
          </p:cNvPr>
          <p:cNvSpPr txBox="1">
            <a:spLocks/>
          </p:cNvSpPr>
          <p:nvPr/>
        </p:nvSpPr>
        <p:spPr>
          <a:xfrm>
            <a:off x="5037448" y="4728363"/>
            <a:ext cx="2302297" cy="895965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/>
            <a:r>
              <a:rPr lang="ru-RU" sz="2400" dirty="0"/>
              <a:t>Толерантная обстановка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AD1CBF0C-8CAC-C5E7-05D6-F4EFAFD46C91}"/>
              </a:ext>
            </a:extLst>
          </p:cNvPr>
          <p:cNvSpPr txBox="1">
            <a:spLocks/>
          </p:cNvSpPr>
          <p:nvPr/>
        </p:nvSpPr>
        <p:spPr>
          <a:xfrm>
            <a:off x="9326980" y="2672424"/>
            <a:ext cx="2302297" cy="895965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/>
            <a:r>
              <a:rPr lang="ru-RU" sz="2400" dirty="0"/>
              <a:t>Дорогая недвижимость</a:t>
            </a:r>
          </a:p>
        </p:txBody>
      </p:sp>
    </p:spTree>
    <p:extLst>
      <p:ext uri="{BB962C8B-B14F-4D97-AF65-F5344CB8AC3E}">
        <p14:creationId xmlns:p14="http://schemas.microsoft.com/office/powerpoint/2010/main" val="3371421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BECF9E-F4BA-42DB-B18A-D97A886DB81F}"/>
              </a:ext>
            </a:extLst>
          </p:cNvPr>
          <p:cNvSpPr txBox="1"/>
          <p:nvPr/>
        </p:nvSpPr>
        <p:spPr>
          <a:xfrm>
            <a:off x="4443334" y="2675379"/>
            <a:ext cx="73901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b="0" i="0" dirty="0">
                <a:latin typeface="Arial" panose="020B0604020202020204" pitchFamily="34" charset="0"/>
                <a:ea typeface="Montserrat SemiBold" pitchFamily="34" charset="-122"/>
                <a:cs typeface="Arial" panose="020B0604020202020204" pitchFamily="34" charset="0"/>
              </a:rPr>
              <a:t>Спасибо за внимание!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4E5BCE9-7010-47E5-954F-A46AFC0F3110}"/>
              </a:ext>
            </a:extLst>
          </p:cNvPr>
          <p:cNvSpPr txBox="1">
            <a:spLocks/>
          </p:cNvSpPr>
          <p:nvPr/>
        </p:nvSpPr>
        <p:spPr>
          <a:xfrm>
            <a:off x="5310188" y="4040342"/>
            <a:ext cx="6330950" cy="1668385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Выполнил: студент гр. 4621</a:t>
            </a:r>
            <a:br>
              <a:rPr lang="ru-RU" dirty="0"/>
            </a:br>
            <a:r>
              <a:rPr lang="ru-RU" dirty="0"/>
              <a:t>Мезенцев Иван</a:t>
            </a:r>
          </a:p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1DC1E9-502E-1CC5-1DB9-D949A1C2A78D}"/>
              </a:ext>
            </a:extLst>
          </p:cNvPr>
          <p:cNvSpPr txBox="1"/>
          <p:nvPr/>
        </p:nvSpPr>
        <p:spPr>
          <a:xfrm>
            <a:off x="11207232" y="6468324"/>
            <a:ext cx="738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n w="0"/>
                <a:solidFill>
                  <a:srgbClr val="00285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72730711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3468</TotalTime>
  <Words>87</Words>
  <Application>Microsoft Office PowerPoint</Application>
  <PresentationFormat>Широкоэкранный</PresentationFormat>
  <Paragraphs>28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Wingdings</vt:lpstr>
      <vt:lpstr>Times New Roman</vt:lpstr>
      <vt:lpstr>Calibri</vt:lpstr>
      <vt:lpstr>Титульная страница</vt:lpstr>
      <vt:lpstr>Текстовые блоки</vt:lpstr>
      <vt:lpstr>Дополнительные блоки</vt:lpstr>
      <vt:lpstr>Презентация «Мой регион – Город Костанай»</vt:lpstr>
      <vt:lpstr>Географическое положение города Костанай</vt:lpstr>
      <vt:lpstr>Необходимости появления и начало города Костанай</vt:lpstr>
      <vt:lpstr>Развитие до современного города Костанай </vt:lpstr>
      <vt:lpstr>Достопримечательности </vt:lpstr>
      <vt:lpstr>Развлечения</vt:lpstr>
      <vt:lpstr>Заключение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subject/>
  <dc:creator>Алексей Малышев</dc:creator>
  <cp:keywords/>
  <dc:description/>
  <cp:lastModifiedBy>Bob Merriweather</cp:lastModifiedBy>
  <cp:revision>91</cp:revision>
  <dcterms:created xsi:type="dcterms:W3CDTF">2023-06-16T08:15:39Z</dcterms:created>
  <dcterms:modified xsi:type="dcterms:W3CDTF">2026-09-22T19:12:48Z</dcterms:modified>
  <cp:category/>
</cp:coreProperties>
</file>